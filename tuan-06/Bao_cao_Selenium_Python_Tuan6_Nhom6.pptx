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457200"/>
            <a:ext cx="2468880" cy="2468880"/>
          </a:xfrm>
          <a:prstGeom prst="ellipse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920240"/>
            <a:ext cx="1554480" cy="1554480"/>
          </a:xfrm>
          <a:prstGeom prst="ellipse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383280"/>
            <a:ext cx="3017520" cy="3017520"/>
          </a:xfrm>
          <a:prstGeom prst="ellipse">
            <a:avLst/>
          </a:prstGeom>
          <a:solidFill>
            <a:srgbClr val="2A3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955279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D25F"/>
                </a:solidFill>
                <a:latin typeface="Aptos"/>
              </a:defRPr>
            </a:pPr>
            <a:r>
              <a:t>BÁO CÁO CHUYÊN ĐỀ • TUẦN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046720" cy="1463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SELENIUM – PYTHON</a:t>
            </a:r>
          </a:p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TỪ CƠ BẢN ĐẾN KIỂM THỬ TỰ ĐỘNG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6949440" cy="9601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AE5F0"/>
                </a:solidFill>
                <a:latin typeface="Aptos"/>
              </a:defRPr>
            </a:pPr>
            <a:r>
              <a:t>Tổng hợp công việc theo thứ tự W1 → W2 → W3 → W4</a:t>
            </a:r>
          </a:p>
          <a:p>
            <a:pPr>
              <a:spcAft>
                <a:spcPts val="700"/>
              </a:spcAft>
              <a:defRPr sz="1800" b="0">
                <a:solidFill>
                  <a:srgbClr val="DAE5F0"/>
                </a:solidFill>
                <a:latin typeface="Aptos"/>
              </a:defRPr>
            </a:pPr>
            <a:r>
              <a:t>Nhập liệu • Dropdown &amp; Checkbox • Định vị phần tử • Windows &amp;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6858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Thực hiện: Nhóm 6 (T6)  |  Báo cáo nghiên cứu và thực hành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217920"/>
            <a:ext cx="1097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Lộ trình công việc theo bảng phân chia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5F6D7C"/>
                </a:solidFill>
                <a:latin typeface="Aptos"/>
              </a:defRPr>
            </a:pPr>
            <a:r>
              <a:t>Bốn phần được trình bày đúng thứ tự nhiệm vụ trong bảng phân công.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697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82296" cy="333756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235000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W1 • Nhập liệu &amp; phím đặc biệt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655" y="2656840"/>
            <a:ext cx="2375535" cy="109410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Nhập dữ liệu, xóa nội dung, gửi phím Enter/Tab/mũi tên và xây dựng test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697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82296" cy="333756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965960"/>
            <a:ext cx="235000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W2 • Dropdown &amp; Checkbox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1730" y="2666365"/>
            <a:ext cx="2364105" cy="84772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Chọn giá trị trong danh sách, tích/bỏ tích ô và xác minh trạng thái.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2697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828800"/>
            <a:ext cx="82296" cy="3337560"/>
          </a:xfrm>
          <a:prstGeom prst="rect">
            <a:avLst/>
          </a:prstGeom>
          <a:solidFill>
            <a:srgbClr val="CF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965960"/>
            <a:ext cx="235000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CF9716"/>
                </a:solidFill>
                <a:latin typeface="Aptos"/>
              </a:defRPr>
            </a:pPr>
            <a:r>
              <a:t>W3 • Xác định phần tử khó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375" y="2656840"/>
            <a:ext cx="2339340" cy="84772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Locator, XPath, CSS Selector, WebElement và xử lý phần tử động.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377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82296" cy="3337560"/>
          </a:xfrm>
          <a:prstGeom prst="rect">
            <a:avLst/>
          </a:prstGeom>
          <a:solidFill>
            <a:srgbClr val="B74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965960"/>
            <a:ext cx="202996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B74941"/>
                </a:solidFill>
                <a:latin typeface="Aptos"/>
              </a:defRPr>
            </a:pPr>
            <a:r>
              <a:t>W4 • Windows &amp;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735" y="2600325"/>
            <a:ext cx="2024380" cy="8013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Cửa sổ, iframe, cookie, điều hướng, Explicit Wait và ngoại lệ.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B41"/>
                </a:solidFill>
                <a:latin typeface="Aptos"/>
              </a:defRPr>
            </a:pPr>
            <a:r>
              <a:t>Mạch trình bày: Kiến thức → Hàm chính → Quy trình thực hành → Kết quả/điểm cần lưu 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W1 – Nhập liệu và phím đặc biệt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W1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82296" cy="205740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34439"/>
            <a:ext cx="504748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Quy trình thao tác cơ bản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64207"/>
            <a:ext cx="5029200" cy="1399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1. Khởi tạo WebDriver và mở trang bằng driver.get().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2. Tìm phần tử với find_element().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3. Nhập bằng send_keys(), xóa bằng clear().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4. Kiểm tra kết quả bằng assert.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49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82296" cy="205740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34439"/>
            <a:ext cx="500176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Các hàm / đối tượng trọng tâm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664207"/>
            <a:ext cx="4983479" cy="1399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By.ID • By.NAME • find_element()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send_keys() • clear() • text • get_attribute()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Keys.ENTER • Keys.TAB • Keys.ARROW_UP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unittest.TestCase • setUp() • tearDown()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105156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B41"/>
                </a:solidFill>
                <a:latin typeface="Aptos"/>
              </a:defRPr>
            </a:pPr>
            <a:r>
              <a:t>Ví dụ minh họa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698480" cy="1234440"/>
          </a:xfrm>
          <a:prstGeom prst="roundRect">
            <a:avLst/>
          </a:prstGeom>
          <a:solidFill>
            <a:srgbClr val="1E2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24528"/>
            <a:ext cx="1014984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BEFE6"/>
                </a:solidFill>
                <a:latin typeface="Consolas" panose="020B0609020204030204"/>
              </a:defRPr>
            </a:pPr>
            <a:r>
              <a:t>username = driver.find_element(By.ID, "username")</a:t>
            </a:r>
          </a:p>
          <a:p>
            <a:pPr>
              <a:spcAft>
                <a:spcPts val="700"/>
              </a:spcAft>
              <a:defRPr sz="1700" b="0">
                <a:solidFill>
                  <a:srgbClr val="DBEFE6"/>
                </a:solidFill>
                <a:latin typeface="Consolas" panose="020B0609020204030204"/>
              </a:defRPr>
            </a:pPr>
            <a:r>
              <a:t>username.clear()</a:t>
            </a:r>
          </a:p>
          <a:p>
            <a:pPr>
              <a:spcAft>
                <a:spcPts val="700"/>
              </a:spcAft>
              <a:defRPr sz="1700" b="0">
                <a:solidFill>
                  <a:srgbClr val="DBEFE6"/>
                </a:solidFill>
                <a:latin typeface="Consolas" panose="020B0609020204030204"/>
              </a:defRPr>
            </a:pPr>
            <a:r>
              <a:t>username.send_keys("student")</a:t>
            </a:r>
          </a:p>
          <a:p>
            <a:pPr>
              <a:spcAft>
                <a:spcPts val="700"/>
              </a:spcAft>
              <a:defRPr sz="1700" b="0">
                <a:solidFill>
                  <a:srgbClr val="DBEFE6"/>
                </a:solidFill>
                <a:latin typeface="Consolas" panose="020B0609020204030204"/>
              </a:defRPr>
            </a:pPr>
            <a:r>
              <a:t>username.send_keys(Keys.TAB)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F6D7C"/>
                </a:solidFill>
                <a:latin typeface="Aptos"/>
              </a:defRPr>
            </a:pPr>
            <a:r>
              <a:t>Kiểm thử nên theo vòng đời: setUp() → thao tác → assert → tearDown().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W1 – Viết test case và xử lý lỗi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W1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82296" cy="434340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80160"/>
            <a:ext cx="500176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Cấu trúc một bài kiểm thử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4983479" cy="3685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• setUp(): chuẩn bị trình duyệt.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• driver.get(): mở trang đích.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• find_element() → send_keys() → Keys.RETURN.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• assert / self.assert...(): xác minh kết quả.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• tearDown(): đóng trình duyệt, giải phóng tài nguyên.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82296" cy="4343400"/>
          </a:xfrm>
          <a:prstGeom prst="rect">
            <a:avLst/>
          </a:prstGeom>
          <a:solidFill>
            <a:srgbClr val="B74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80160"/>
            <a:ext cx="49560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B74941"/>
                </a:solidFill>
                <a:latin typeface="Aptos"/>
              </a:defRPr>
            </a:pPr>
            <a:r>
              <a:t>Ngoại lệ cần nhận biết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4937759" cy="3685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NoSuchElementException: không tìm thấy phần tử.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ElementNotInteractableException: chưa thể thao tác.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ElementClickInterceptedException: bị phần tử khác che.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InvalidSelectorException: locator sai cú pháp.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StaleElementReferenceException: DOM đã thay đổi.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TimeoutException: quá thời gian chờ.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B2B41"/>
                </a:solidFill>
                <a:latin typeface="Aptos"/>
              </a:defRPr>
            </a:pPr>
            <a:r>
              <a:t>Đóng tab hiện tại bằng close(); kết thúc toàn bộ phiên WebDriver bằng quit().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W2 – Dropdown: danh sách thả xuống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W2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82296" cy="356616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80160"/>
            <a:ext cx="486460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Mục tiêu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4846320" cy="29077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7313D"/>
                </a:solidFill>
                <a:latin typeface="Aptos"/>
              </a:defRPr>
            </a:pPr>
            <a:r>
              <a:t>• Chọn một giá trị trong thẻ HTML &lt;select&gt;.</a:t>
            </a:r>
          </a:p>
          <a:p>
            <a:pPr>
              <a:spcAft>
                <a:spcPts val="700"/>
              </a:spcAft>
              <a:defRPr sz="1800" b="0">
                <a:solidFill>
                  <a:srgbClr val="27313D"/>
                </a:solidFill>
                <a:latin typeface="Aptos"/>
              </a:defRPr>
            </a:pPr>
            <a:r>
              <a:t>• Chọn theo văn bản hiển thị, value hoặc vị trí.</a:t>
            </a:r>
          </a:p>
          <a:p>
            <a:pPr>
              <a:spcAft>
                <a:spcPts val="700"/>
              </a:spcAft>
              <a:defRPr sz="1800" b="0">
                <a:solidFill>
                  <a:srgbClr val="27313D"/>
                </a:solidFill>
                <a:latin typeface="Aptos"/>
              </a:defRPr>
            </a:pPr>
            <a:r>
              <a:t>• Đọc lại option đang được chọn để xác minh.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43000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43000"/>
            <a:ext cx="82296" cy="356616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280160"/>
            <a:ext cx="504748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Hàm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709928"/>
            <a:ext cx="5029200" cy="290779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Select(element)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select_by_visible_text("Hà Nội")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select_by_value("hcm")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select_by_index(2)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first_selected_option.text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83480"/>
            <a:ext cx="10698480" cy="868680"/>
          </a:xfrm>
          <a:prstGeom prst="roundRect">
            <a:avLst/>
          </a:prstGeom>
          <a:solidFill>
            <a:srgbClr val="1E2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48072"/>
            <a:ext cx="1014984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BEFE6"/>
                </a:solidFill>
                <a:latin typeface="Consolas" panose="020B0609020204030204"/>
              </a:defRPr>
            </a:pPr>
            <a:r>
              <a:t>dropdown = Select(driver.find_element(By.ID, "city"))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F6D7C"/>
                </a:solidFill>
                <a:latin typeface="Aptos"/>
              </a:defRPr>
            </a:pPr>
            <a:r>
              <a:t>Lưu ý: select_by_index() bắt đầu đếm từ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W2 – Checkbox: ô đánh dấu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W2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82296" cy="434340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80160"/>
            <a:ext cx="49103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Cách thao tác an toàn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4892040" cy="3685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1. Tìm checkbox bằng ID hoặc CSS Selector.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2. Kiểm tra is_selected().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3. Nếu chưa chọn thì mới click().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4. Kiểm tra lại trạng thái sau thao tác.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5. Với nhiều ô, dùng find_elements().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82296" cy="434340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280160"/>
            <a:ext cx="49560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Ví dụ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709928"/>
            <a:ext cx="4937759" cy="3685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checkbox = driver.find_element(By.ID, "python")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if not checkbox.is_selected():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    checkbox.click()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print(checkbox.is_selected())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B41"/>
                </a:solidFill>
                <a:latin typeface="Aptos"/>
              </a:defRPr>
            </a:pPr>
            <a:r>
              <a:t>Phân biệt: is_enabled() = có thể thao tác; is_selected() = đã được chọn.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W3 – Xác định phần tử khó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W3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5F6D7C"/>
                </a:solidFill>
                <a:latin typeface="Aptos"/>
              </a:defRPr>
            </a:pPr>
            <a:r>
              <a:t>Locator là cách Selenium xác định phần tử HTML để tương tác hoặc kiểm tra.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82296" cy="141732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74519"/>
            <a:ext cx="317296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By.ID / By.NAME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04288"/>
            <a:ext cx="3154680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Dùng khi thuộc tính id hoặc name ổn định.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141732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19"/>
            <a:ext cx="317296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By.LINK_TEXT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04288"/>
            <a:ext cx="3154680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Tìm liên kết theo toàn bộ hoặc một phần văn bản.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82296" cy="1417320"/>
          </a:xfrm>
          <a:prstGeom prst="rect">
            <a:avLst/>
          </a:prstGeom>
          <a:solidFill>
            <a:srgbClr val="CF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74519"/>
            <a:ext cx="317296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CF9716"/>
                </a:solidFill>
                <a:latin typeface="Aptos"/>
              </a:defRPr>
            </a:pPr>
            <a:r>
              <a:t>By.TAG_NAME /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154680" cy="7589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Tìm theo tên thẻ hoặc tên class.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82296" cy="160020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566160"/>
            <a:ext cx="500176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By.CSS_SELECTOR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995928"/>
            <a:ext cx="4983479" cy="9418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Ví dụ: #username, .button, button[type='submit'].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Ngắn gọn, linh hoạt theo id/class/thẻ/thuộc tính.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29000"/>
            <a:ext cx="5349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429000"/>
            <a:ext cx="82296" cy="160020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566160"/>
            <a:ext cx="500176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By.XPATH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995928"/>
            <a:ext cx="4983479" cy="9418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Ví dụ: //button[@type='submit'] hoặc //a[contains(., 'Add')].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Hữu ích khi cần định vị theo cấu trúc/điều kiện.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4068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B41"/>
                </a:solidFill>
                <a:latin typeface="Aptos"/>
              </a:defRPr>
            </a:pPr>
            <a:r>
              <a:t>Nguyên tắc chọn locator: rõ ràng, ổn định và ít phụ thuộc vào vị trí của phần tử.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W3 – WebElement và bài thực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W3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82296" cy="438912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80160"/>
            <a:ext cx="49560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WebElement thường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4937759" cy="3730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click(): nhấp vào phần tử.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send_keys(): nhập văn bản / gửi phím.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clear(): xóa nội dung ô nhập.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text / get_attribute(): đọc nội dung / thuộc tính.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is_displayed(), is_enabled(), is_selected(): kiểm tra trạng thái.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• screenshot(): chụp ảnh phần tử.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82296" cy="438912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80160"/>
            <a:ext cx="49560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Thực hành Add/Remove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4937759" cy="3730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Website: the-internet.herokuapp.com/add_remove_elements/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1. Mở trang bằng driver.get().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2. Tìm và nhấn Add Element.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3. Xác minh có 1 nút Delete.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4. Nhấn Delete.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5. Xác minh số nút Delete trở về 0.</a:t>
            </a:r>
          </a:p>
          <a:p>
            <a:pPr>
              <a:spcAft>
                <a:spcPts val="7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t>6. Ghi nhận kết quả và driver.quit().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10607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B2B41"/>
                </a:solidFill>
                <a:latin typeface="Aptos"/>
              </a:defRPr>
            </a:pPr>
            <a:r>
              <a:t>find_element() trả về một phần tử; find_elements() trả về danh sách, có thể rỗng.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W4 – Windows, Frames, Navigation và Cookies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W4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82296" cy="448056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34439"/>
            <a:ext cx="23957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Windows / Tabs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64207"/>
            <a:ext cx="2377440" cy="3822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driver.window_handles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driver.switch_to.window(handle)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Dùng handle để chuyển giữa các cửa sổ; close() đóng tab hiện tại.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09728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097280"/>
            <a:ext cx="82296" cy="448056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234439"/>
            <a:ext cx="23957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Frames / iFrames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1664207"/>
            <a:ext cx="2377440" cy="3822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driver.switch_to.frame(...)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Sau khi thao tác, gọi driver.switch_to.default_content() để về trang chính.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097280"/>
            <a:ext cx="2606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097280"/>
            <a:ext cx="82296" cy="4480560"/>
          </a:xfrm>
          <a:prstGeom prst="rect">
            <a:avLst/>
          </a:prstGeom>
          <a:solidFill>
            <a:srgbClr val="CF9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234439"/>
            <a:ext cx="225856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CF9716"/>
                </a:solidFill>
                <a:latin typeface="Aptos"/>
              </a:defRPr>
            </a:pPr>
            <a:r>
              <a:t>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664207"/>
            <a:ext cx="2240280" cy="3822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driver.get(url)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driver.back()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driver.forward()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driver.refresh()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Dùng để kiểm thử lịch sử duyệt web.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097280"/>
            <a:ext cx="2514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097280"/>
            <a:ext cx="82296" cy="4480560"/>
          </a:xfrm>
          <a:prstGeom prst="rect">
            <a:avLst/>
          </a:prstGeom>
          <a:solidFill>
            <a:srgbClr val="B74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234439"/>
            <a:ext cx="216712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B74941"/>
                </a:solidFill>
                <a:latin typeface="Aptos"/>
              </a:defRPr>
            </a:pPr>
            <a:r>
              <a:t>Cookies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1664207"/>
            <a:ext cx="2148840" cy="3822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13D"/>
                </a:solidFill>
                <a:latin typeface="Aptos"/>
              </a:defRPr>
            </a:pPr>
            <a:r>
              <a:t>add_cookie()</a:t>
            </a:r>
          </a:p>
          <a:p>
            <a:pPr>
              <a:spcAft>
                <a:spcPts val="700"/>
              </a:spcAft>
              <a:defRPr sz="1400" b="0">
                <a:solidFill>
                  <a:srgbClr val="27313D"/>
                </a:solidFill>
                <a:latin typeface="Aptos"/>
              </a:defRPr>
            </a:pPr>
            <a:r>
              <a:t>get_cookie()</a:t>
            </a:r>
          </a:p>
          <a:p>
            <a:pPr>
              <a:spcAft>
                <a:spcPts val="700"/>
              </a:spcAft>
              <a:defRPr sz="1400" b="0">
                <a:solidFill>
                  <a:srgbClr val="27313D"/>
                </a:solidFill>
                <a:latin typeface="Aptos"/>
              </a:defRPr>
            </a:pPr>
            <a:r>
              <a:t>get_cookies()</a:t>
            </a:r>
          </a:p>
          <a:p>
            <a:pPr>
              <a:spcAft>
                <a:spcPts val="700"/>
              </a:spcAft>
              <a:defRPr sz="1400" b="0">
                <a:solidFill>
                  <a:srgbClr val="27313D"/>
                </a:solidFill>
                <a:latin typeface="Aptos"/>
              </a:defRPr>
            </a:pPr>
            <a:r>
              <a:t>delete_cookie()</a:t>
            </a:r>
          </a:p>
          <a:p>
            <a:pPr>
              <a:spcAft>
                <a:spcPts val="700"/>
              </a:spcAft>
              <a:defRPr sz="14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400" b="0">
                <a:solidFill>
                  <a:srgbClr val="27313D"/>
                </a:solidFill>
                <a:latin typeface="Aptos"/>
              </a:defRPr>
            </a:pPr>
            <a:r>
              <a:t>Phải vào đúng domain trước khi thêm cookie.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W4 – Remote WebDriver và Explicit Wait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W4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82296" cy="4297680"/>
          </a:xfrm>
          <a:prstGeom prst="rect">
            <a:avLst/>
          </a:prstGeom>
          <a:solidFill>
            <a:srgbClr val="27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80160"/>
            <a:ext cx="49560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763A0"/>
                </a:solidFill>
                <a:latin typeface="Aptos"/>
              </a:defRPr>
            </a:pPr>
            <a:r>
              <a:t>Remote WebDriver: API cốt lõi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4937759" cy="3639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Thông tin: current_url, title, page_source.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Cửa sổ: maximize_window(), set_window_size(), close(), quit().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JavaScript: execute_script(), execute_async_script().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Ảnh: save_screenshot(), get_screenshot_as_file().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Timeout: implicitly_wait(), set_page_load_timeout().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82296" cy="429768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80160"/>
            <a:ext cx="49560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Explicit Wait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4937759" cy="3639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Thay vì chờ cố định bằng time.sleep(), chờ theo điều kiện thực tế.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WebDriverWait(driver, 10)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wait.until(EC.element_to_be_clickable((By.ID, 'someid')))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Điều kiện thường dùng: presence, visibility, clickable, alert, frame.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6984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B41"/>
                </a:solidFill>
                <a:latin typeface="Aptos"/>
              </a:defRPr>
            </a:pPr>
            <a:r>
              <a:t>Custom Wait có thể định nghĩa bằng class với __call__(self, driver).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W4 – Ngoại lệ và kết quả chạy thực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W4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82296" cy="4343400"/>
          </a:xfrm>
          <a:prstGeom prst="rect">
            <a:avLst/>
          </a:prstGeom>
          <a:solidFill>
            <a:srgbClr val="B74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80160"/>
            <a:ext cx="49560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B74941"/>
                </a:solidFill>
                <a:latin typeface="Aptos"/>
              </a:defRPr>
            </a:pPr>
            <a:r>
              <a:t>Xử lý lỗi có chủ đích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4937759" cy="3685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NoSuchElementException: kiểm tra locator / thời điểm tải.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StaleElementReferenceException: tìm lại phần tử sau khi DOM đổi.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TimeoutException: kiểm tra điều kiện hoặc thời gian chờ.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NoSuchWindowException / NoSuchFrameException: kiểm tra ngữ cảnh.</a:t>
            </a:r>
          </a:p>
          <a:p>
            <a:pPr>
              <a:spcAft>
                <a:spcPts val="7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r>
              <a:t>• save_screenshot() để lưu ảnh minh chứng lỗi.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82296" cy="4343400"/>
          </a:xfrm>
          <a:prstGeom prst="rect">
            <a:avLst/>
          </a:prstGeom>
          <a:solidFill>
            <a:srgbClr val="18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80160"/>
            <a:ext cx="4956048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Báo cáo kết quả trong tài liệu 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4937759" cy="3685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Môi trường: Python 3.11, Selenium 4.x, Google Chrome.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Tổng số test case: 06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Passed: 06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Failed: 00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Tỷ lệ thành công: 100%</a:t>
            </a: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27313D"/>
                </a:solidFill>
                <a:latin typeface="Aptos"/>
              </a:defRPr>
            </a:pPr>
            <a:r>
              <a:t>Các test bao gồm navigation, cookies, multi-windows, iframe, waits và xử lý ngoại lệ.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6984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F6D7C"/>
                </a:solidFill>
                <a:latin typeface="Aptos"/>
              </a:defRPr>
            </a:pPr>
            <a:r>
              <a:t>Số liệu trên là kết quả được ghi trong tài liệu W4 đã cung cấp.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Tổng kết – Quy trình kiểm thử Selenium hoàn chỉnh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41732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FFD25F"/>
                </a:solidFill>
                <a:latin typeface="Aptos"/>
              </a:defRPr>
            </a:pPr>
            <a:r>
              <a:t>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63039"/>
            <a:ext cx="502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463039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B41"/>
                </a:solidFill>
                <a:latin typeface="Aptos"/>
              </a:defRPr>
            </a:pPr>
            <a:r>
              <a:t>Khởi tạo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Tạo WebDriver, cấu hình thời gian chờ và mở trang.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463039"/>
            <a:ext cx="502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1463039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B41"/>
                </a:solidFill>
                <a:latin typeface="Aptos"/>
              </a:defRPr>
            </a:pPr>
            <a:r>
              <a:t>Định vị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Chọn locator phù hợp: ID, NAME, CSS Selector hoặc XPath.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325880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463039"/>
            <a:ext cx="502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463039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B41"/>
                </a:solidFill>
                <a:latin typeface="Aptos"/>
              </a:defRPr>
            </a:pPr>
            <a:r>
              <a:t>Tương tác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920240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Nhập liệu, gửi phím, chọn dropdown, thao tác checkbox.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37560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474720"/>
            <a:ext cx="502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474720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B41"/>
                </a:solidFill>
                <a:latin typeface="Aptos"/>
              </a:defRPr>
            </a:pPr>
            <a:r>
              <a:t>Xác minh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931920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Dùng assert, đọc text/attribute và kiểm tra trạng thái.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337560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474720"/>
            <a:ext cx="502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474720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B41"/>
                </a:solidFill>
                <a:latin typeface="Aptos"/>
              </a:defRPr>
            </a:pPr>
            <a:r>
              <a:t>Đồng bộ &amp; ngữ cảnh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31920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Explicit Wait; chuyển windows/frames khi cần.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337560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3474720"/>
            <a:ext cx="502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88B7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3474720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B41"/>
                </a:solidFill>
                <a:latin typeface="Aptos"/>
              </a:defRPr>
            </a:pPr>
            <a:r>
              <a:t>Xử lý &amp; dọn dẹp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3931920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7313D"/>
                </a:solidFill>
                <a:latin typeface="Aptos"/>
              </a:defRPr>
            </a:pPr>
            <a:r>
              <a:t>Bắt ngoại lệ, chụp ảnh khi lỗi, đóng phiên bằng quit().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2356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763A0"/>
                </a:solidFill>
                <a:latin typeface="Aptos"/>
              </a:defRPr>
            </a:pPr>
            <a:r>
              <a:t>Thông điệp chính: locator tốt + thao tác có kiểm tra + Explicit Wait + xử lý ngoại lệ giúp bài test ổn định hơn.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D7C"/>
                </a:solidFill>
                <a:latin typeface="Aptos"/>
              </a:defRPr>
            </a:pPr>
            <a:r>
              <a:t>BÁO CÁO CHUYÊN ĐỀ SELENIUM – PYTHON | NHÓM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6D7C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6998</Words>
  <Application>WPS Presentation</Application>
  <PresentationFormat>On-screen Show (4:3)</PresentationFormat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Nương Nguyễn Thị Hiền</cp:lastModifiedBy>
  <cp:revision>2</cp:revision>
  <dcterms:created xsi:type="dcterms:W3CDTF">2013-01-27T09:14:00Z</dcterms:created>
  <dcterms:modified xsi:type="dcterms:W3CDTF">2026-10-20T04:27:30Z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1A340D75CB6842E4B459C1214A063CAF_12</vt:lpwstr>
  </property>
  <property fmtid="{D5CDD505-2E9C-101B-9397-08002B2CF9AE}" pid="3" name="KSOProductBuildVer">
    <vt:lpwstr>1033-12.1.0.29162</vt:lpwstr>
  </property>
</Properties>
</file>